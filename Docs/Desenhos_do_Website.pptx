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pt-PT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125918" name="Espaço reservado para o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46042585" name="Espaço reservado para 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pt-PT"/>
              <a:t>10/30/2013</a:t>
            </a:fld>
            <a:endParaRPr lang="pt-PT"/>
          </a:p>
        </p:txBody>
      </p:sp>
      <p:sp>
        <p:nvSpPr>
          <p:cNvPr id="177591301" name="Espaço reservado para imagem de diapositivo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PT"/>
          </a:p>
        </p:txBody>
      </p:sp>
      <p:sp>
        <p:nvSpPr>
          <p:cNvPr id="1583498764" name="Espaço reservado às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433338674" name="Espaço reservado ao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115170723" name="Espaço reservado para o número do diapositivo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pt-PT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383661" name="Espaço reservado para imagem de diapositivo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0301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PT">
              <a:latin typeface="Arial"/>
              <a:cs typeface="Arial"/>
            </a:endParaRPr>
          </a:p>
        </p:txBody>
      </p:sp>
      <p:sp>
        <p:nvSpPr>
          <p:cNvPr id="260740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pt-PT"/>
              <a:t>1</a:t>
            </a:fld>
            <a:endParaRPr lang="pt-PT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o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914334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613586858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PT"/>
              <a:t>Faça clique para editar o estilo</a:t>
            </a:r>
            <a:endParaRPr lang="pt-PT"/>
          </a:p>
        </p:txBody>
      </p:sp>
      <p:sp>
        <p:nvSpPr>
          <p:cNvPr id="569098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2085579233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99154266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c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80965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2082337442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801128389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701834713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794468746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c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929224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91744623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2005735161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602858882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441331004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657997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080026612" name="Marcador de Posição de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952605307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770648278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126240443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225808224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896353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984474986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2081688020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388565181" name="Marcador de Posição do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074858076" name="Marcador de Posição de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146270463" name="Marcador de Posição d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384037376" name="Marcador de Posição do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215307450" name="Marcador de Posição do Número do Diapositivo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2731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716958487" name="Marcador de Posição d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203818029" name="Marcador de Posição do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922150065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837779" name="Marcador de Posição d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957456638" name="Marcador de Posição do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28346657" name="Marcador de Posição do Número do Diapositivo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543691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671516813" name="Marcador de Posição de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401462318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767242351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8067378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491870273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096901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450307978" name="Marcador de Posição da Imagem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PT"/>
              <a:t>Clique no ícone para adicionar imagem</a:t>
            </a:r>
            <a:endParaRPr lang="pt-PT"/>
          </a:p>
        </p:txBody>
      </p:sp>
      <p:sp>
        <p:nvSpPr>
          <p:cNvPr id="1662509839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678445328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684402276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483740273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6720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720781298" name="Marcador de Posição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736888935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2041966078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2118072449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612528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210964399" name="Marcador de Posição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426071305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416771369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387328445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075893" name="Marcador de Posição do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96796039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531236649" name="Marcador de Posição d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484197335" name="Marcador de Posição do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66085015" name="Marcador de Posição do Número do Diapositivo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7102410" name=""/>
          <p:cNvGrpSpPr/>
          <p:nvPr/>
        </p:nvGrpSpPr>
        <p:grpSpPr bwMode="auto">
          <a:xfrm>
            <a:off x="263234" y="491221"/>
            <a:ext cx="5322794" cy="3785097"/>
            <a:chOff x="0" y="0"/>
            <a:chExt cx="5322794" cy="3785097"/>
          </a:xfrm>
        </p:grpSpPr>
        <p:sp>
          <p:nvSpPr>
            <p:cNvPr id="263145475" name=""/>
            <p:cNvSpPr/>
            <p:nvPr/>
          </p:nvSpPr>
          <p:spPr bwMode="auto">
            <a:xfrm flipH="0" flipV="0">
              <a:off x="0" y="647450"/>
              <a:ext cx="5322794" cy="31376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917716687" name=""/>
            <p:cNvCxnSpPr/>
            <p:nvPr/>
          </p:nvCxnSpPr>
          <p:spPr bwMode="auto">
            <a:xfrm flipH="0" flipV="1">
              <a:off x="249019" y="1251323"/>
              <a:ext cx="4911911" cy="0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8250083" name=""/>
            <p:cNvSpPr txBox="1"/>
            <p:nvPr/>
          </p:nvSpPr>
          <p:spPr bwMode="auto">
            <a:xfrm flipH="0" flipV="0">
              <a:off x="323725" y="809313"/>
              <a:ext cx="145451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Logo / nome</a:t>
              </a:r>
              <a:endParaRPr/>
            </a:p>
          </p:txBody>
        </p:sp>
        <p:sp>
          <p:nvSpPr>
            <p:cNvPr id="1431703510" name=""/>
            <p:cNvSpPr txBox="1"/>
            <p:nvPr/>
          </p:nvSpPr>
          <p:spPr bwMode="auto">
            <a:xfrm flipH="0" flipV="0">
              <a:off x="4211627" y="1400735"/>
              <a:ext cx="88279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Logout</a:t>
              </a:r>
              <a:endParaRPr/>
            </a:p>
          </p:txBody>
        </p:sp>
        <p:sp>
          <p:nvSpPr>
            <p:cNvPr id="254127148" name=""/>
            <p:cNvSpPr txBox="1"/>
            <p:nvPr/>
          </p:nvSpPr>
          <p:spPr bwMode="auto">
            <a:xfrm flipH="0" flipV="0">
              <a:off x="3983252" y="809313"/>
              <a:ext cx="133954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User Name</a:t>
              </a:r>
              <a:endParaRPr/>
            </a:p>
          </p:txBody>
        </p:sp>
        <p:sp>
          <p:nvSpPr>
            <p:cNvPr id="1399108626" name=""/>
            <p:cNvSpPr/>
            <p:nvPr/>
          </p:nvSpPr>
          <p:spPr bwMode="auto">
            <a:xfrm flipH="0" flipV="0">
              <a:off x="4046037" y="809313"/>
              <a:ext cx="1213970" cy="957541"/>
            </a:xfrm>
            <a:prstGeom prst="rect">
              <a:avLst/>
            </a:prstGeom>
            <a:noFill/>
            <a:ln w="12700" cap="flat" cmpd="sng" algn="ctr">
              <a:solidFill>
                <a:schemeClr val="bg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66087903" name=""/>
            <p:cNvSpPr txBox="1"/>
            <p:nvPr/>
          </p:nvSpPr>
          <p:spPr bwMode="auto">
            <a:xfrm flipH="0" flipV="0">
              <a:off x="3156323" y="809313"/>
              <a:ext cx="64113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Algo</a:t>
              </a:r>
              <a:endParaRPr/>
            </a:p>
          </p:txBody>
        </p:sp>
        <p:sp>
          <p:nvSpPr>
            <p:cNvPr id="21627331" name=""/>
            <p:cNvSpPr txBox="1"/>
            <p:nvPr/>
          </p:nvSpPr>
          <p:spPr bwMode="auto">
            <a:xfrm flipH="0" flipV="0">
              <a:off x="2289987" y="0"/>
              <a:ext cx="742819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Index</a:t>
              </a:r>
              <a:endParaRPr/>
            </a:p>
          </p:txBody>
        </p:sp>
      </p:grpSp>
      <p:grpSp>
        <p:nvGrpSpPr>
          <p:cNvPr id="1107415559" name=""/>
          <p:cNvGrpSpPr/>
          <p:nvPr/>
        </p:nvGrpSpPr>
        <p:grpSpPr bwMode="auto">
          <a:xfrm>
            <a:off x="6339782" y="454461"/>
            <a:ext cx="5322793" cy="3785096"/>
            <a:chOff x="0" y="0"/>
            <a:chExt cx="5322793" cy="3785096"/>
          </a:xfrm>
        </p:grpSpPr>
        <p:sp>
          <p:nvSpPr>
            <p:cNvPr id="1939201231" name=""/>
            <p:cNvSpPr/>
            <p:nvPr/>
          </p:nvSpPr>
          <p:spPr bwMode="auto">
            <a:xfrm flipH="0" flipV="0">
              <a:off x="0" y="647449"/>
              <a:ext cx="5322793" cy="31376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52811386" name=""/>
            <p:cNvCxnSpPr/>
            <p:nvPr/>
          </p:nvCxnSpPr>
          <p:spPr bwMode="auto">
            <a:xfrm flipH="0" flipV="1">
              <a:off x="249018" y="1251322"/>
              <a:ext cx="4911910" cy="0"/>
            </a:xfrm>
            <a:prstGeom prst="line">
              <a:avLst/>
            </a:prstGeom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5289297" name=""/>
            <p:cNvSpPr txBox="1"/>
            <p:nvPr/>
          </p:nvSpPr>
          <p:spPr bwMode="auto">
            <a:xfrm flipH="0" flipV="0">
              <a:off x="323724" y="809312"/>
              <a:ext cx="145451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Logo / nome</a:t>
              </a:r>
              <a:endParaRPr/>
            </a:p>
          </p:txBody>
        </p:sp>
        <p:sp>
          <p:nvSpPr>
            <p:cNvPr id="1931260979" name=""/>
            <p:cNvSpPr txBox="1"/>
            <p:nvPr/>
          </p:nvSpPr>
          <p:spPr bwMode="auto">
            <a:xfrm flipH="0" flipV="0">
              <a:off x="4211626" y="1400734"/>
              <a:ext cx="88279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Logout</a:t>
              </a:r>
              <a:endParaRPr/>
            </a:p>
          </p:txBody>
        </p:sp>
        <p:sp>
          <p:nvSpPr>
            <p:cNvPr id="1654734141" name=""/>
            <p:cNvSpPr txBox="1"/>
            <p:nvPr/>
          </p:nvSpPr>
          <p:spPr bwMode="auto">
            <a:xfrm flipH="0" flipV="0">
              <a:off x="3983251" y="809312"/>
              <a:ext cx="133954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User Name</a:t>
              </a:r>
              <a:endParaRPr/>
            </a:p>
          </p:txBody>
        </p:sp>
        <p:sp>
          <p:nvSpPr>
            <p:cNvPr id="1838255378" name=""/>
            <p:cNvSpPr/>
            <p:nvPr/>
          </p:nvSpPr>
          <p:spPr bwMode="auto">
            <a:xfrm flipH="0" flipV="0">
              <a:off x="4046036" y="809312"/>
              <a:ext cx="1213969" cy="957540"/>
            </a:xfrm>
            <a:prstGeom prst="rect">
              <a:avLst/>
            </a:prstGeom>
            <a:noFill/>
            <a:ln w="12700" cap="flat" cmpd="sng" algn="ctr">
              <a:solidFill>
                <a:schemeClr val="bg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1208644" name=""/>
            <p:cNvSpPr txBox="1"/>
            <p:nvPr/>
          </p:nvSpPr>
          <p:spPr bwMode="auto">
            <a:xfrm flipH="0" flipV="0">
              <a:off x="3156322" y="809312"/>
              <a:ext cx="64113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Algo</a:t>
              </a:r>
              <a:endParaRPr/>
            </a:p>
          </p:txBody>
        </p:sp>
        <p:sp>
          <p:nvSpPr>
            <p:cNvPr id="146814509" name=""/>
            <p:cNvSpPr txBox="1"/>
            <p:nvPr/>
          </p:nvSpPr>
          <p:spPr bwMode="auto">
            <a:xfrm flipH="0" flipV="0">
              <a:off x="2289987" y="0"/>
              <a:ext cx="109855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/>
                <a:t>Produtos</a:t>
              </a:r>
              <a:endParaRPr/>
            </a:p>
          </p:txBody>
        </p:sp>
      </p:grpSp>
      <p:sp>
        <p:nvSpPr>
          <p:cNvPr id="224585085" name=""/>
          <p:cNvSpPr/>
          <p:nvPr/>
        </p:nvSpPr>
        <p:spPr bwMode="auto">
          <a:xfrm flipH="0" flipV="0">
            <a:off x="729019" y="2216274"/>
            <a:ext cx="3237254" cy="1755587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23007589" name=""/>
          <p:cNvCxnSpPr/>
          <p:nvPr/>
        </p:nvCxnSpPr>
        <p:spPr bwMode="auto">
          <a:xfrm flipH="0" flipV="1">
            <a:off x="797499" y="2701862"/>
            <a:ext cx="3131421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5243140" name=""/>
          <p:cNvSpPr txBox="1"/>
          <p:nvPr/>
        </p:nvSpPr>
        <p:spPr bwMode="auto">
          <a:xfrm flipH="0" flipV="0">
            <a:off x="971813" y="2365686"/>
            <a:ext cx="289017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Produtos recentes/ hitletes</a:t>
            </a:r>
            <a:endParaRPr/>
          </a:p>
        </p:txBody>
      </p:sp>
      <p:sp>
        <p:nvSpPr>
          <p:cNvPr id="1357473087" name=""/>
          <p:cNvSpPr/>
          <p:nvPr/>
        </p:nvSpPr>
        <p:spPr bwMode="auto">
          <a:xfrm flipH="0" flipV="0">
            <a:off x="6510986" y="2203823"/>
            <a:ext cx="3258383" cy="197970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57239956" name=""/>
          <p:cNvCxnSpPr/>
          <p:nvPr/>
        </p:nvCxnSpPr>
        <p:spPr bwMode="auto">
          <a:xfrm flipH="0" flipV="0">
            <a:off x="6556078" y="2683186"/>
            <a:ext cx="306294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3455926" name=""/>
          <p:cNvSpPr txBox="1"/>
          <p:nvPr/>
        </p:nvSpPr>
        <p:spPr bwMode="auto">
          <a:xfrm flipH="0" flipV="0">
            <a:off x="6510986" y="2317066"/>
            <a:ext cx="79338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Nome</a:t>
            </a:r>
            <a:endParaRPr/>
          </a:p>
        </p:txBody>
      </p:sp>
      <p:sp>
        <p:nvSpPr>
          <p:cNvPr id="1536942496" name=""/>
          <p:cNvSpPr txBox="1"/>
          <p:nvPr/>
        </p:nvSpPr>
        <p:spPr bwMode="auto">
          <a:xfrm flipH="0" flipV="0">
            <a:off x="7550294" y="2317066"/>
            <a:ext cx="4885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cat</a:t>
            </a:r>
            <a:endParaRPr/>
          </a:p>
        </p:txBody>
      </p:sp>
      <p:sp>
        <p:nvSpPr>
          <p:cNvPr id="1379680193" name=""/>
          <p:cNvSpPr txBox="1"/>
          <p:nvPr/>
        </p:nvSpPr>
        <p:spPr bwMode="auto">
          <a:xfrm flipH="0" flipV="0">
            <a:off x="8199976" y="2317066"/>
            <a:ext cx="145417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Quant (total)</a:t>
            </a:r>
            <a:endParaRPr/>
          </a:p>
        </p:txBody>
      </p:sp>
      <p:sp>
        <p:nvSpPr>
          <p:cNvPr id="530443820" name=""/>
          <p:cNvSpPr txBox="1"/>
          <p:nvPr/>
        </p:nvSpPr>
        <p:spPr bwMode="auto">
          <a:xfrm flipH="0" flipV="0">
            <a:off x="6574223" y="1705784"/>
            <a:ext cx="1695386" cy="366119"/>
          </a:xfrm>
          <a:prstGeom prst="rect">
            <a:avLst/>
          </a:prstGeom>
          <a:noFill/>
          <a:ln w="1904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Filtra por loja \/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2025-12-08T18:36:39Z</dcterms:modified>
</cp:coreProperties>
</file>